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 kern="1200">
          <a:solidFill>
            <a:schemeClr val="tx1"/>
          </a:solidFill>
          <a:latin typeface="+mn-lt"/>
        </a:defRPr>
      </a:lvl1pPr>
    </p:bodyStyle>
    <p:otherStyle>
      <a:lvl1pPr>
        <a:defRPr sz="1800" kern="12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Dynapps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systemprompt.io</Application>
  <Slides>2</Slides>
</Properties>
</file>